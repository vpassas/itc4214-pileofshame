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7" r:id="rId8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 autoAdjust="0"/>
    <p:restoredTop sz="94679" autoAdjust="0"/>
  </p:normalViewPr>
  <p:slideViewPr>
    <p:cSldViewPr snapToGrid="0">
      <p:cViewPr varScale="1">
        <p:scale>
          <a:sx n="88" d="100"/>
          <a:sy n="88" d="100"/>
        </p:scale>
        <p:origin x="96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7C6BC64-4FB8-7941-B83F-7CF45A1C1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9BB5FBFA-ACD8-F6F5-90ED-478A14968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E35304D-5D69-45E2-A245-8E4B32EE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EB81BAF-BA18-5A9E-F6C3-CCA04D54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0107FAB3-F1A3-AF57-9223-6BB5C9D8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07048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09CA8C3-913C-BAC5-F869-985BAE0A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B2F2BCF-2AE0-02F3-BF11-7AB66ABE3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9AF71B72-8616-3F4C-2AF1-EE5DCC045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D34FBD-1EF3-1279-53EF-4D95E24E6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639A1BB-572D-83FA-9750-422E9B44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6052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1BEC822-0DFE-5870-A01F-AC001CE9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BFBE247F-0D8D-5E38-28EE-85F246B1F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47C281B-DFCC-C029-886B-A7856095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04A3068-BF32-1F27-565B-5F6F51B2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34F016B-08A2-BC82-5512-DCA592B3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8450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9845390-C974-1EEE-8AF6-1AB2BF62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DE33F60-CE98-5FD8-9945-D3DEDA543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9E69D3BF-7CEC-5998-675D-32DBFF7D9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7E00AF34-299E-B581-9378-412442EA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F2F1A15F-1F19-366F-C3F7-07F584851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5C283BAD-A7A7-AAB9-90E9-5C8D5D074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5160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6A944CA-6DA7-612C-F03B-6623B6D1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D82FFB36-2301-BC78-5B4A-C756FD74E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D89981E5-671A-22D9-CFD1-DA128E7D6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C73B72D3-68E6-945B-FBCC-462ED6662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FBCEFA6-93E9-3818-D852-3C3A1FFB3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BBC40F4B-C8F3-E43D-8903-941866B97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F405A6A4-875A-0AAC-0591-E9B30D1CC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E977BA6D-E271-2BFE-5541-AFA9ED5D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0539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74B64DB-4C74-C1FB-B5F1-BA799897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FB849CFD-EE03-87C1-9AD4-7DC50CFE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2CB141F-04F8-D675-23F3-AB639736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28F6529-3E1A-9086-F377-B4A0645F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316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60377496-9869-B203-141C-62E2C6914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E68274C7-AF38-1030-BA98-297CB01FC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B330B79-4A40-3063-1B25-0CADC1AC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7459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E959EC9-2CB3-9A27-AD62-C52D9B0AC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E11162F-B2E6-A3CD-E10E-8EF203E4D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27B3C47A-AB24-04E9-D7D8-AB4C89CA4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E7944F4C-C197-B027-1508-B25F119C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BC8F318-5E08-8449-7514-68D5CF97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9E99F148-7573-E011-0BB0-2F56F2C9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5381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8F4F0FC-EEB9-BE6C-9869-617A8D23C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3AF5ADC4-44B5-7028-A78E-F9D75EADC8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F4BF730-0137-38E8-EA2F-CFDFD509B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98EA9B3B-38AA-A943-6633-F78D716D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6A4F3AE7-1A38-16B9-6AE5-6D83064B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9D36BA18-FF50-802A-B33B-9BB87E22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5186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192CBDD-3334-B51D-3A49-6ED126D8F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8999E48A-96C4-C1DA-0D55-EFBB86B7A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EDDABBD-A5FF-A5BD-9427-AE9B84EA2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5368F9A-8F45-245F-945C-9FF004460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0BE2DF-F9B2-A497-FEE2-C496E46C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65489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424A2288-2125-6F5F-724F-E30E0AC36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281D85B3-7945-C4DE-6290-A3D6C6FED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DA69E5D-C92E-DD08-55BE-6BB231EE1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AEC1D27-B7BF-406C-3E2D-04FE161DF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CC3C03F-0D67-F13C-8AF7-F5CE99D6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6734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B7E459B9-EC0F-2CEA-9068-F7FE7795A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AD15A2E3-21B9-DAB1-9E04-66F96F206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B7D448C-3BC2-DE17-67ED-46212E96A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D95BB-DB36-4D89-8F6E-CC48F82E5421}" type="datetimeFigureOut">
              <a:rPr lang="el-GR" smtClean="0"/>
              <a:t>15/6/2026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9068283-0755-BDE4-32A3-58B2379E1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CAF9ABD-7370-22CA-C35C-6E8B80B02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7B854-9F1E-446F-BD17-E99621FFB1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81689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passas.github.io/ITC4214-PileOfShame/" TargetMode="External"/><Relationship Id="rId2" Type="http://schemas.openxmlformats.org/officeDocument/2006/relationships/hyperlink" Target="https://github.com/VPassas/ITC4214-PileOfShame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iles of paper">
            <a:extLst>
              <a:ext uri="{FF2B5EF4-FFF2-40B4-BE49-F238E27FC236}">
                <a16:creationId xmlns:a16="http://schemas.microsoft.com/office/drawing/2014/main" id="{F157AB0C-BB4F-2A92-818F-7D7E7D4E8D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Τίτλος 1">
            <a:extLst>
              <a:ext uri="{FF2B5EF4-FFF2-40B4-BE49-F238E27FC236}">
                <a16:creationId xmlns:a16="http://schemas.microsoft.com/office/drawing/2014/main" id="{3B46CB4E-6F35-62EB-C57E-FEDFF2C92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8200">
                <a:solidFill>
                  <a:srgbClr val="FFFFFF"/>
                </a:solidFill>
              </a:rPr>
              <a:t>Pile of Shame</a:t>
            </a:r>
            <a:endParaRPr lang="el-GR" sz="8200">
              <a:solidFill>
                <a:srgbClr val="FFFFFF"/>
              </a:solidFill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6FB966BD-5A72-B165-9787-9A643E5D9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ITC4214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Vaggelis Passas</a:t>
            </a:r>
            <a:endParaRPr lang="el-G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36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1055194-FA86-B9F5-2529-A953A5EDC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4000" dirty="0"/>
              <a:t>Idea</a:t>
            </a:r>
            <a:endParaRPr lang="el-GR" sz="4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2FA516F-CA53-E340-A471-712863B4F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74" y="1524962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Problem: Video games bought, but never finished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Solution: Pile of Shame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adgets on a desk">
            <a:extLst>
              <a:ext uri="{FF2B5EF4-FFF2-40B4-BE49-F238E27FC236}">
                <a16:creationId xmlns:a16="http://schemas.microsoft.com/office/drawing/2014/main" id="{4745DA68-CDEF-3937-4F78-E12F1B7A3E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63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8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1015D22-C76B-430C-0D30-8598B314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Home</a:t>
            </a:r>
            <a:endParaRPr lang="el-GR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0B7CE-0CB4-52B2-E7E3-113CB75BE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09" y="511293"/>
            <a:ext cx="4773326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73BE126-8B18-FBC2-F589-024625408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2539614"/>
            <a:ext cx="6201181" cy="4192520"/>
          </a:xfrm>
        </p:spPr>
        <p:txBody>
          <a:bodyPr>
            <a:normAutofit/>
          </a:bodyPr>
          <a:lstStyle/>
          <a:p>
            <a:r>
              <a:rPr lang="en-US" dirty="0"/>
              <a:t>Jump straight to your games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See your latest activity and progress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Find out about video game deals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61471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5199994-21AE-49A2-BA0D-12E29598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B4C6259C-BE0A-2BC0-0335-964389675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570" y="530578"/>
            <a:ext cx="4771178" cy="1160110"/>
          </a:xfrm>
        </p:spPr>
        <p:txBody>
          <a:bodyPr>
            <a:normAutofit/>
          </a:bodyPr>
          <a:lstStyle/>
          <a:p>
            <a:r>
              <a:rPr lang="en-US" sz="3700" dirty="0"/>
              <a:t>Your Backlog</a:t>
            </a:r>
            <a:endParaRPr lang="el-GR" sz="3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AE6E7-97A1-DF34-ECB3-F6ED978F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706860"/>
            <a:ext cx="5440195" cy="5331390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29" name="Arc 28">
            <a:extLst>
              <a:ext uri="{FF2B5EF4-FFF2-40B4-BE49-F238E27FC236}">
                <a16:creationId xmlns:a16="http://schemas.microsoft.com/office/drawing/2014/main" id="{A2C34835-4F79-4934-B151-D68E79764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8D12A39-A8C5-B441-B5EE-E1837B273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9570" y="1825625"/>
            <a:ext cx="4771178" cy="4388908"/>
          </a:xfrm>
        </p:spPr>
        <p:txBody>
          <a:bodyPr>
            <a:normAutofit/>
          </a:bodyPr>
          <a:lstStyle/>
          <a:p>
            <a:r>
              <a:rPr lang="en-US" dirty="0"/>
              <a:t>Add any game: platform, genre, priority</a:t>
            </a:r>
          </a:p>
          <a:p>
            <a:r>
              <a:rPr lang="en-US" dirty="0"/>
              <a:t>Mark games as beaten, edit or delete</a:t>
            </a:r>
          </a:p>
          <a:p>
            <a:r>
              <a:rPr lang="en-US" dirty="0"/>
              <a:t>Filter/sort to decide what to play next</a:t>
            </a:r>
          </a:p>
          <a:p>
            <a:r>
              <a:rPr lang="en-US" dirty="0"/>
              <a:t>See scores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35469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65EEBF-AF38-5C83-213E-DDB4D4A49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149" y="0"/>
            <a:ext cx="2072702" cy="685191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8" name="Arc 17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C6C3F-007C-593A-A546-31400283C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dirty="0"/>
              <a:t>More features!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2B138-97D4-97AD-1D15-D45411D30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3"/>
            <a:ext cx="6030685" cy="4192520"/>
          </a:xfrm>
        </p:spPr>
        <p:txBody>
          <a:bodyPr>
            <a:normAutofit/>
          </a:bodyPr>
          <a:lstStyle/>
          <a:p>
            <a:r>
              <a:rPr lang="en-US" dirty="0"/>
              <a:t>Light/dark mode</a:t>
            </a:r>
          </a:p>
          <a:p>
            <a:r>
              <a:rPr lang="en-US" dirty="0"/>
              <a:t>Works on phone, tablet and desktop</a:t>
            </a:r>
          </a:p>
          <a:p>
            <a:r>
              <a:rPr lang="en-US" dirty="0"/>
              <a:t>Gaming tips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083535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E4BE2-2FAF-97A0-F0A5-121206C0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490" y="292829"/>
            <a:ext cx="3679020" cy="686498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/>
              <a:t>About &amp; Contact</a:t>
            </a:r>
            <a:endParaRPr lang="el-GR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5A47F-B2CB-81CA-1141-6F540587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6708" y="1558350"/>
            <a:ext cx="1823551" cy="3633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Meet the team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A415EB-2262-FB28-AF43-5CFE81B61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29" y="1958654"/>
            <a:ext cx="5200710" cy="4498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788D55-84E9-FE6D-665F-44EB4C7F0E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313"/>
          <a:stretch>
            <a:fillRect/>
          </a:stretch>
        </p:blipFill>
        <p:spPr>
          <a:xfrm>
            <a:off x="6732604" y="1958654"/>
            <a:ext cx="5271267" cy="444171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26EE64-0CCC-C893-6B50-63CE3B681A90}"/>
              </a:ext>
            </a:extLst>
          </p:cNvPr>
          <p:cNvSpPr txBox="1"/>
          <p:nvPr/>
        </p:nvSpPr>
        <p:spPr>
          <a:xfrm>
            <a:off x="8491743" y="1558117"/>
            <a:ext cx="24093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Easy to get in touch</a:t>
            </a:r>
            <a:endParaRPr lang="el-GR" sz="2000" dirty="0"/>
          </a:p>
        </p:txBody>
      </p:sp>
    </p:spTree>
    <p:extLst>
      <p:ext uri="{BB962C8B-B14F-4D97-AF65-F5344CB8AC3E}">
        <p14:creationId xmlns:p14="http://schemas.microsoft.com/office/powerpoint/2010/main" val="1498769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FA5CC5A-D13B-07B0-4FF9-CF265B0CA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634" y="3429000"/>
            <a:ext cx="9981683" cy="293762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</a:rPr>
              <a:t>Repository: </a:t>
            </a:r>
            <a:r>
              <a:rPr lang="en-US" sz="3200" u="sng" kern="1200" dirty="0">
                <a:solidFill>
                  <a:schemeClr val="bg1"/>
                </a:solidFill>
                <a:latin typeface="+mn-lt"/>
                <a:ea typeface="+mn-ea"/>
                <a:cs typeface="+mn-cs"/>
                <a:hlinkClick r:id="rId2"/>
              </a:rPr>
              <a:t>https://github.com/VPassas/ITC4214-PileOfShame.git</a:t>
            </a:r>
            <a:endParaRPr lang="en-US" sz="3200" u="sng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 algn="ctr">
              <a:buNone/>
            </a:pPr>
            <a:endParaRPr lang="en-US" sz="3200" u="sng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</a:rPr>
              <a:t>Live Site: </a:t>
            </a:r>
            <a:r>
              <a:rPr lang="en-US" sz="3200" dirty="0">
                <a:solidFill>
                  <a:schemeClr val="bg1"/>
                </a:solidFill>
                <a:hlinkClick r:id="rId3"/>
              </a:rPr>
              <a:t>https://vpassas.github.io/ITC4214-PileOfShame/</a:t>
            </a:r>
            <a:endParaRPr lang="en-US" sz="32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947EB-0902-2742-D261-A498034AAFD8}"/>
              </a:ext>
            </a:extLst>
          </p:cNvPr>
          <p:cNvSpPr txBox="1"/>
          <p:nvPr/>
        </p:nvSpPr>
        <p:spPr>
          <a:xfrm>
            <a:off x="4328691" y="381543"/>
            <a:ext cx="3786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Thank You!</a:t>
            </a:r>
            <a:endParaRPr lang="el-GR" sz="6000" dirty="0"/>
          </a:p>
        </p:txBody>
      </p:sp>
    </p:spTree>
    <p:extLst>
      <p:ext uri="{BB962C8B-B14F-4D97-AF65-F5344CB8AC3E}">
        <p14:creationId xmlns:p14="http://schemas.microsoft.com/office/powerpoint/2010/main" val="1611664752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125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Θέμα του Office</vt:lpstr>
      <vt:lpstr>Pile of Shame</vt:lpstr>
      <vt:lpstr>Idea</vt:lpstr>
      <vt:lpstr>Home</vt:lpstr>
      <vt:lpstr>Your Backlog</vt:lpstr>
      <vt:lpstr>More features!</vt:lpstr>
      <vt:lpstr>About &amp; Contact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EVANGELOS PASSAS</dc:creator>
  <cp:lastModifiedBy>EVANGELOS PASSAS</cp:lastModifiedBy>
  <cp:revision>9</cp:revision>
  <dcterms:created xsi:type="dcterms:W3CDTF">2026-06-13T15:04:44Z</dcterms:created>
  <dcterms:modified xsi:type="dcterms:W3CDTF">2026-06-15T18:05:25Z</dcterms:modified>
</cp:coreProperties>
</file>